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601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5F5F5"/>
                </a:solidFill>
                <a:latin typeface="Aptos"/>
              </a:rPr>
              <a:t>FATURASM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71907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9CA3AF"/>
                </a:solidFill>
                <a:latin typeface="Aptos"/>
              </a:rPr>
              <a:t>AI-Assisted Finance ERP and Smart Invoice Processing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3383280" cy="10058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73152" cy="10058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90779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31012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Süleyman Ekiz
İpek Zeynep Zeytin
Atakan Tanıdım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743200"/>
            <a:ext cx="3383280" cy="10058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2743200"/>
            <a:ext cx="73152" cy="10058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90779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Project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331012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Senior Design Project 2
Computer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43200"/>
            <a:ext cx="3383280" cy="10058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743200"/>
            <a:ext cx="73152" cy="10058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290779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Demo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31012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Show a working invoice-to-payment ERP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Opening  |  Speaker: Süleyman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Three-person structure with the live system demo at the 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474720" cy="12344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73152" cy="12344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Süleyman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32888"/>
            <a:ext cx="31546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Problem, motivation, and background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965960"/>
            <a:ext cx="3474720" cy="12344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965960"/>
            <a:ext cx="73152" cy="1234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3055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Atakan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32888"/>
            <a:ext cx="31546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Architecture, backend, data model, and 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965960"/>
            <a:ext cx="3474720" cy="12344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965960"/>
            <a:ext cx="73152" cy="12344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213055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İpek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532888"/>
            <a:ext cx="31546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Product modules, workflows, payments, reports, and live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Part 1  |  Speaker: Süleyman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Problem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Manual invoice processing creates delays, mistakes, and weak financial visibility.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Companies still enter invoice data manually.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OCR alone is not enough because invoice layouts and quality vary.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Finance teams need approval, payment tracking, audit, and reports in one place.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Our goal: turn invoice documents into a controlled finance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Part 1  |  Speaker: Süleyman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From OCR Prototype to Finance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The project evolved from invoice reading into an operational finance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834640"/>
            <a:ext cx="16002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834640"/>
            <a:ext cx="73152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99923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401568"/>
            <a:ext cx="12801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16382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CA3A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2834640"/>
            <a:ext cx="16002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40" y="2834640"/>
            <a:ext cx="73152" cy="10972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99923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3401568"/>
            <a:ext cx="12801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316382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CA3A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834640"/>
            <a:ext cx="16002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2834640"/>
            <a:ext cx="73152" cy="10972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401568"/>
            <a:ext cx="12801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16382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CA3AF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834640"/>
            <a:ext cx="16002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834640"/>
            <a:ext cx="73152" cy="10972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299923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3401568"/>
            <a:ext cx="12801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16382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CA3AF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2834640"/>
            <a:ext cx="16002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60" y="2834640"/>
            <a:ext cx="73152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67928" y="299923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Payment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7928" y="3401568"/>
            <a:ext cx="12801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16382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CA3AF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2834640"/>
            <a:ext cx="16002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87000" y="2834640"/>
            <a:ext cx="73152" cy="10972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88168" y="299923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88168" y="3401568"/>
            <a:ext cx="12801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Part 1  |  Speaker: Süleyman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Broad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FATURASM supports digital transformation in finance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560320" cy="14173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73152" cy="1417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2240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Economic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32888"/>
            <a:ext cx="2240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Less manual entry, faster invoice handling, better payment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965960"/>
            <a:ext cx="2560320" cy="14173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1965960"/>
            <a:ext cx="73152" cy="14173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2130552"/>
            <a:ext cx="2240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Environmental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532888"/>
            <a:ext cx="2240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Digital invoice storage reduces paper-based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65960"/>
            <a:ext cx="2560320" cy="14173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965960"/>
            <a:ext cx="73152" cy="14173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130552"/>
            <a:ext cx="2240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Societal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532888"/>
            <a:ext cx="2240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Employees focus on validation and analysis instead of repetitive typing.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65960"/>
            <a:ext cx="2560320" cy="14173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965960"/>
            <a:ext cx="73152" cy="1417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2130552"/>
            <a:ext cx="2240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Legal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532888"/>
            <a:ext cx="2240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Approval gates and audit trails improve traceability.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Part 2  |  Speaker: Atakan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A modern full-stack architecture connects UI, APIs, services, and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65176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73152" cy="12801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391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41448"/>
            <a:ext cx="23317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Next.js, React, TypeScript, Tailwind CSS admin console.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874519"/>
            <a:ext cx="265176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874519"/>
            <a:ext cx="73152" cy="12801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20391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441448"/>
            <a:ext cx="23317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FastAPI routers for invoices, auth, workflow, payments, ERP modules.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265176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874519"/>
            <a:ext cx="73152" cy="128016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7" y="203911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7" y="2441448"/>
            <a:ext cx="23317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OCR, extraction, forecasting, audit, payment provider abstraction.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874519"/>
            <a:ext cx="210312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72600" y="1874519"/>
            <a:ext cx="73152" cy="12801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8" y="2039112"/>
            <a:ext cx="1783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8" y="2441448"/>
            <a:ext cx="1783079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SQLite and SQLAlchemy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Part 2  |  Speaker: Atakan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Backend and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The backend stores the lifecycle of finance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Core entities: User, Customer, Supplier, Invoice, InvoiceItem, Payment.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AI/workflow entities: ExtractionRun, Forecast, WorkflowNotification, AuditEvent.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ERP entities: PurchaseOrder, PurchaseOrderItem, Expense, LedgerEntry.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Approval gates prevent payment and forecasting before invoice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Part 2  |  Speaker: Atakan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Testing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The final system includes automated checks for core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24612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73152" cy="12801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30552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Backend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926079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pytest checks approval-gated payments, user roles, PO, expenses, and ledger.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65960"/>
            <a:ext cx="324612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965960"/>
            <a:ext cx="73152" cy="12801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130552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Frontend Smoke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532888"/>
            <a:ext cx="2926079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Playwright verifies login and key ERP pages.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965960"/>
            <a:ext cx="3246120" cy="128016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965960"/>
            <a:ext cx="73152" cy="128016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2130552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Build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532888"/>
            <a:ext cx="2926079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Next.js lint and production build pass.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Part 3  |  Speaker: İpek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FATURASM behaves like a finance cockpit for invoice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Dashboard summarizes invoices, revenue, overdue risk, purchase orders, expenses, and ledger balance.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The menu is grouped by Operations, Finance, Business, and Admin modules.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Seed data makes the system look used from the first launch.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The product is designed for a smooth live demonstration.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Part 3  |  Speaker: İpek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Authentication and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The app is protected and supports multiple finance personas.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200400" cy="12344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73152" cy="12344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8483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487168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Full access to system modules and user management.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920240"/>
            <a:ext cx="3200400" cy="12344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920240"/>
            <a:ext cx="73152" cy="1234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208483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Finance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2487168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Approvals, workflow, reports, and dashboard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920240"/>
            <a:ext cx="3200400" cy="123444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1920240"/>
            <a:ext cx="73152" cy="12344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4968" y="208483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Accountant / Auditor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2487168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Invoice processing, payment tracking, audit and analytics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Part 3  |  Speaker: İpek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Invoice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The main user journey goes from invoice upload to payment and audit.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834640"/>
            <a:ext cx="16002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834640"/>
            <a:ext cx="73152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99923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Invoice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401568"/>
            <a:ext cx="12801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16382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CA3A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2834640"/>
            <a:ext cx="16002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40" y="2834640"/>
            <a:ext cx="73152" cy="10972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99923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3401568"/>
            <a:ext cx="12801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316382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CA3A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834640"/>
            <a:ext cx="16002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2834640"/>
            <a:ext cx="73152" cy="10972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401568"/>
            <a:ext cx="12801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16382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CA3AF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834640"/>
            <a:ext cx="16002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834640"/>
            <a:ext cx="73152" cy="10972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299923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Approve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3401568"/>
            <a:ext cx="12801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16382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CA3AF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2834640"/>
            <a:ext cx="16002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60" y="2834640"/>
            <a:ext cx="73152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67928" y="299923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Pay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7928" y="3401568"/>
            <a:ext cx="12801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163824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CA3AF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2834640"/>
            <a:ext cx="16002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87000" y="2834640"/>
            <a:ext cx="73152" cy="10972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88168" y="299923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88168" y="3401568"/>
            <a:ext cx="12801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Part 3  |  Speaker: İpek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Human-in-the-Loop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Low-confidence OCR results are reviewed before becoming finance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OCR extracts invoice number, dates, supplier, customer, totals, and line items.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If confidence is low, the extraction goes to the Review Queue.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Users can correct data instead of trusting AI blindly.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Corrections support learning-loop and quality metrics.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Part 3  |  Speaker: İpek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Workflow, Payments, and MockPay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Approval gates make the payment story realistic.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24612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73152" cy="13716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39112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Approval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41448"/>
            <a:ext cx="29260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Payments and forecasts are blocked until the invoice is approved.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24612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874519"/>
            <a:ext cx="73152" cy="13716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039112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Manual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441448"/>
            <a:ext cx="29260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Partial and full payments update invoice status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74519"/>
            <a:ext cx="324612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874519"/>
            <a:ext cx="73152" cy="13716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2039112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MockPay Sandbox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441448"/>
            <a:ext cx="29260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Provider-style checkout without real banking credentials.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Part 3  |  Speaker: İpek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ERP Expansion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The final version goes beyond invoice OCR.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514600" cy="13258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73152" cy="13258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3911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Purchase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4144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Supplier procurement with PO numbers, items, statuses, and totals.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74519"/>
            <a:ext cx="2514600" cy="13258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874519"/>
            <a:ext cx="73152" cy="1325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03911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Expenses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44144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Travel, software, office, utilities, and logistics expense tracking.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74519"/>
            <a:ext cx="2514600" cy="13258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73152" cy="13258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03911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Ledger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44144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Lightweight debit and credit visibility for finance activity.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874519"/>
            <a:ext cx="2514600" cy="13258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1874519"/>
            <a:ext cx="73152" cy="1325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203911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244144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Role labels and account management for ERP access.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Part 3  |  Speaker: İpek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Reports and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Managers can export and analyze financial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PDF and CSV exports for executive summaries and supplier spend.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Analytics show revenue trends, supplier concentration, and OCR learning metrics.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Dashboard action cards highlight overdue risk, review items, and due-soon invoices.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Audit trails support accountability during invoice lifecycle events.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Demo  |  Speaker: İpek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Live 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The demo is at the end and shows an actual invoice-to-payment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1. Log in and open the dashboard.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2. Upload or open a demo invoice.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3. Show OCR/review, then approve the invoice.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4. Add a partial payment and complete MockPay Sandbox checkout.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5. Show audit trail, ledger, reports, and ERP modules.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Demo  |  Speaker: İpek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Demo Backup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If live upload has a problem, use seeded invoices.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29184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73152" cy="13716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8483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Primary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487168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Upload a prepared invoice PDF/image and process it live.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20240"/>
            <a:ext cx="329184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920240"/>
            <a:ext cx="73152" cy="13716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08483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Backup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487168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Open a seeded pending invoice, approve it, pay it, and show audit.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20240"/>
            <a:ext cx="329184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73152" cy="13716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08483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Safe 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487168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ptos"/>
              </a:rPr>
              <a:t>Finish with Ledger, Reports, and Analytics to show system completeness.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291840" cy="347472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9CA3AF"/>
                </a:solidFill>
                <a:latin typeface="Aptos"/>
              </a:rPr>
              <a:t>Closing  |  Speaker: İpek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ptos"/>
              </a:rPr>
              <a:t>FATURASM turns invoice OCR into a working finance ERP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Started as smart invoice processing with computer vision.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Expanded into authentication, workflow, payments, ERP modules, reports, and analytics.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Supports a complete live demo from invoice creation to payment and ledger visibility.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5F5F5"/>
                </a:solidFill>
                <a:latin typeface="Aptos"/>
              </a:rPr>
              <a:t>Final result is a working capstone application, not a static prototype.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